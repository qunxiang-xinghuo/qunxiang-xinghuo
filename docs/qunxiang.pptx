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2" r:id="rId13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94960" y="1645920"/>
            <a:ext cx="1371600" cy="13716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1E3A5F"/>
                </a:solidFill>
                <a:latin typeface="Microsoft YaHei"/>
              </a:defRPr>
            </a:pPr>
            <a:r>
              <a:t>群像·星火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3A3B8"/>
                </a:solidFill>
                <a:latin typeface="Microsoft YaHei"/>
              </a:defRPr>
            </a:pPr>
            <a:r>
              <a:t>QUNXIANG · XINGHUO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3B82F6"/>
                </a:solidFill>
                <a:latin typeface="Microsoft YaHei"/>
              </a:defRPr>
            </a:pPr>
            <a:r>
              <a:t>让真实发光，让思想变现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A7A9A"/>
                </a:solidFill>
                <a:latin typeface="Microsoft YaHei"/>
              </a:defRPr>
            </a:pPr>
            <a:r>
              <a:t>下一代互动叙事创作平台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E3A5F"/>
                </a:solidFill>
                <a:latin typeface="Microsoft YaHei"/>
              </a:defRPr>
            </a:pPr>
            <a:r>
              <a:t>创作者痛点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7A9A"/>
                </a:solidFill>
                <a:latin typeface="Microsoft YaHei"/>
              </a:defRPr>
            </a:pPr>
            <a:r>
              <a:t>90% 的创作者有精彩的想法，但只有 10% 能把它变成完整的故事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48640" cy="54864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011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  <a:latin typeface="Microsoft YaHei"/>
              </a:defRPr>
            </a:pPr>
            <a:r>
              <a:t>专业门槛太高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377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7A9A"/>
                </a:solidFill>
                <a:latin typeface="Microsoft YaHei"/>
              </a:defRPr>
            </a:pPr>
            <a:r>
              <a:t>编剧、导演、世界观设定……需要掌握大量专业技能，普通人望而却步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548640" cy="54864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83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  <a:latin typeface="Microsoft YaHei"/>
              </a:defRPr>
            </a:pPr>
            <a:r>
              <a:t>创作是孤独的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749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7A9A"/>
                </a:solidFill>
                <a:latin typeface="Microsoft YaHei"/>
              </a:defRPr>
            </a:pPr>
            <a:r>
              <a:t>一个人想剧情容易陷入瓶颈，缺乏即时的反馈和碰撞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754880"/>
            <a:ext cx="548640" cy="54864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800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754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3A5F"/>
                </a:solidFill>
                <a:latin typeface="Microsoft YaHei"/>
              </a:defRPr>
            </a:pPr>
            <a:r>
              <a:t>从想法到作品路径太长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120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7A9A"/>
                </a:solidFill>
                <a:latin typeface="Microsoft YaHei"/>
              </a:defRPr>
            </a:pPr>
            <a:r>
              <a:t>有了灵感还要学习工具、搭建流程，创意在过程中被消耗殆尽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  <a:latin typeface="Microsoft YaHei"/>
              </a:defRPr>
            </a:pPr>
            <a:r>
              <a:t>故事模式：玩出来的创作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7A9A"/>
                </a:solidFill>
                <a:latin typeface="Microsoft YaHei"/>
              </a:defRPr>
            </a:pPr>
            <a:r>
              <a:t>不需要先学会创作，边玩边写，故事自然生长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Microsoft YaHei"/>
              </a:defRPr>
            </a:pPr>
            <a:r>
              <a:t>双人解密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7A9A"/>
                </a:solidFill>
                <a:latin typeface="Microsoft YaHei"/>
              </a:defRPr>
            </a:pPr>
            <a:r>
              <a:t>匹配陌生搭档，各自扮演不同角色，信息不对称中自然产生戏剧张力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45920"/>
            <a:ext cx="33832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Microsoft YaHei"/>
              </a:defRPr>
            </a:pPr>
            <a:r>
              <a:t>角色扮演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19456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7A9A"/>
                </a:solidFill>
                <a:latin typeface="Microsoft YaHei"/>
              </a:defRPr>
            </a:pPr>
            <a:r>
              <a:t>每个角色拥有专属开场信息和秘密任务，代入感拉满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645920"/>
            <a:ext cx="33832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Microsoft YaHei"/>
              </a:defRPr>
            </a:pPr>
            <a:r>
              <a:t>AI 动态催化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19456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7A9A"/>
                </a:solidFill>
                <a:latin typeface="Microsoft YaHei"/>
              </a:defRPr>
            </a:pPr>
            <a:r>
              <a:t>刘看山在关键节点抛出追问和环境事件，推动剧情向下一幕发展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33832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160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Microsoft YaHei"/>
              </a:defRPr>
            </a:pPr>
            <a:r>
              <a:t>四幕结构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57200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7A9A"/>
                </a:solidFill>
                <a:latin typeface="Microsoft YaHei"/>
              </a:defRPr>
            </a:pPr>
            <a:r>
              <a:t>起承转合的经典叙事框架，AI 根据当前幕次调整催化策略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59" y="4023360"/>
            <a:ext cx="33832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160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Microsoft YaHei"/>
              </a:defRPr>
            </a:pPr>
            <a:r>
              <a:t>火花标记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57200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7A9A"/>
                </a:solidFill>
                <a:latin typeface="Microsoft YaHei"/>
              </a:defRPr>
            </a:pPr>
            <a:r>
              <a:t>玩家标记精彩对白，沉淀为可复用的故事资产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023360"/>
            <a:ext cx="33832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4160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Microsoft YaHei"/>
              </a:defRPr>
            </a:pPr>
            <a:r>
              <a:t>一键成稿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57200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7A9A"/>
                </a:solidFill>
                <a:latin typeface="Microsoft YaHei"/>
              </a:defRPr>
            </a:pPr>
            <a:r>
              <a:t>对白结束后自动生成剧本格式故事，降低创作门槛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1E3A5F"/>
                </a:solidFill>
                <a:latin typeface="Microsoft YaHei"/>
              </a:defRPr>
            </a:pPr>
            <a:r>
              <a:t>从玩故事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3B82F6"/>
                </a:solidFill>
                <a:latin typeface="Microsoft YaHei"/>
              </a:defRPr>
            </a:pPr>
            <a:r>
              <a:t>到写故事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5A7A9A"/>
                </a:solidFill>
                <a:latin typeface="Microsoft YaHei"/>
              </a:defRPr>
            </a:pPr>
            <a:r>
              <a:t>人人都是创作者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4572000"/>
            <a:ext cx="731520" cy="73152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577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3A5F"/>
                </a:solidFill>
                <a:latin typeface="Microsoft YaHei"/>
              </a:defRPr>
            </a:pPr>
            <a:r>
              <a:t>降低门槛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943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7A9A"/>
                </a:solidFill>
                <a:latin typeface="Microsoft YaHei"/>
              </a:defRPr>
            </a:pPr>
            <a:r>
              <a:t>不需要专业背景，有想法就能开始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572000"/>
            <a:ext cx="731520" cy="73152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5577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3A5F"/>
                </a:solidFill>
                <a:latin typeface="Microsoft YaHei"/>
              </a:defRPr>
            </a:pPr>
            <a:r>
              <a:t>协作共创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5943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7A9A"/>
                </a:solidFill>
                <a:latin typeface="Microsoft YaHei"/>
              </a:defRPr>
            </a:pPr>
            <a:r>
              <a:t>多人实时碰撞，让1+1&gt;2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84080" y="4572000"/>
            <a:ext cx="731520" cy="73152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5577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3A5F"/>
                </a:solidFill>
                <a:latin typeface="Microsoft YaHei"/>
              </a:defRPr>
            </a:pPr>
            <a:r>
              <a:t>持续进化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943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7A9A"/>
                </a:solidFill>
                <a:latin typeface="Microsoft YaHei"/>
              </a:defRPr>
            </a:pPr>
            <a:r>
              <a:t>AI学习每次交互，越用越懂你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3A5F"/>
                </a:solidFill>
                <a:latin typeface="Microsoft YaHei"/>
              </a:defRPr>
            </a:pPr>
            <a:r>
              <a:t>刘看山 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7A9A"/>
                </a:solidFill>
                <a:latin typeface="Microsoft YaHei"/>
              </a:defRPr>
            </a:pPr>
            <a:r>
              <a:t>不是聊天机器人，是会推动剧情的智能催化剂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560320" cy="146304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DeepSeek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深度推理</a:t>
            </a:r>
            <a:br/>
            <a:r>
              <a:t>角色扮演引擎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737360"/>
            <a:ext cx="2560320" cy="14630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87451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知乎直答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2860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知识增强</a:t>
            </a:r>
            <a:br/>
            <a:r>
              <a:t>场景真实性校验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737360"/>
            <a:ext cx="2560320" cy="1463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动态催化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根据幕次和进度</a:t>
            </a:r>
            <a:br/>
            <a:r>
              <a:t>选择最佳追问时机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737360"/>
            <a:ext cx="2560320" cy="1463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187451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刘看山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2860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北极狐人格</a:t>
            </a:r>
            <a:br/>
            <a:r>
              <a:t>温暖狡黠的DM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337559" y="2286000"/>
            <a:ext cx="365760" cy="365760"/>
          </a:xfrm>
          <a:prstGeom prst="rightArrow">
            <a:avLst/>
          </a:prstGeom>
          <a:solidFill>
            <a:srgbClr val="BFD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6172200" y="2286000"/>
            <a:ext cx="365760" cy="365760"/>
          </a:xfrm>
          <a:prstGeom prst="rightArrow">
            <a:avLst/>
          </a:prstGeom>
          <a:solidFill>
            <a:srgbClr val="BFD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9006840" y="2286000"/>
            <a:ext cx="365760" cy="365760"/>
          </a:xfrm>
          <a:prstGeom prst="rightArrow">
            <a:avLst/>
          </a:prstGeom>
          <a:solidFill>
            <a:srgbClr val="BFD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657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Microsoft YaHei"/>
              </a:defRPr>
            </a:pPr>
            <a:r>
              <a:t>双API冗余架构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77639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7A9A"/>
                </a:solidFill>
                <a:latin typeface="Microsoft YaHei"/>
              </a:defRPr>
            </a:pPr>
            <a:r>
              <a:t>DeepSeek + 知乎直答同时调用，选择最佳回复，单点故障自动降级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657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Microsoft YaHei"/>
              </a:defRPr>
            </a:pPr>
            <a:r>
              <a:t>四幕推进算法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977639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7A9A"/>
                </a:solidFill>
                <a:latin typeface="Microsoft YaHei"/>
              </a:defRPr>
            </a:pPr>
            <a:r>
              <a:t>根据消息数智能判断当前幕次，自动调整催化策略和追问方向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29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Microsoft YaHei"/>
              </a:defRPr>
            </a:pPr>
            <a:r>
              <a:t>实时学习系统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3492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7A9A"/>
                </a:solidFill>
                <a:latin typeface="Microsoft YaHei"/>
              </a:defRPr>
            </a:pPr>
            <a:r>
              <a:t>记录每次AI交互效果，自动优化最佳催化时机和提问模板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029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Microsoft YaHei"/>
              </a:defRPr>
            </a:pPr>
            <a:r>
              <a:t>人格一致性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53492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7A9A"/>
                </a:solidFill>
                <a:latin typeface="Microsoft YaHei"/>
              </a:defRPr>
            </a:pPr>
            <a:r>
              <a:t>刘看山有完整角色设定：北极狐、75cm、爱吃鳕鱼、偶尔问为什么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3A3B8"/>
                </a:solidFill>
                <a:latin typeface="Microsoft YaHei"/>
              </a:rPr>
              <a:t>06 /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14400"/>
            <a:ext cx="1645920" cy="41148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8755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人机模式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E3A5F"/>
                </a:solidFill>
                <a:latin typeface="Microsoft YaHei"/>
              </a:rPr>
              <a:t>双人对白，碰撞真实火花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A7A9A"/>
                </a:solidFill>
                <a:latin typeface="Microsoft YaHei"/>
              </a:rPr>
              <a:t>与 AI 或真人搭档，在自由脑洞中即兴创作，真实对话中诞生灵感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530352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E185D"/>
                </a:solidFill>
                <a:latin typeface="Microsoft YaHei"/>
              </a:rPr>
              <a:t>脑洞大厅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2044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7A9A"/>
                </a:solidFill>
                <a:latin typeface="Microsoft YaHei"/>
              </a:rPr>
              <a:t>热度加权随机匹配脑洞场景，每次进入都是新体验，告别创作枯竭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926080"/>
            <a:ext cx="530352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31089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E185D"/>
                </a:solidFill>
                <a:latin typeface="Microsoft YaHei"/>
              </a:rPr>
              <a:t>AI 搭档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52044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7A9A"/>
                </a:solidFill>
                <a:latin typeface="Microsoft YaHei"/>
              </a:rPr>
              <a:t>刘看山随时待命，陪你聊任何脑洞，从生活琐事到奇幻冒险都能接梗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530352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206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E185D"/>
                </a:solidFill>
                <a:latin typeface="Microsoft YaHei"/>
              </a:rPr>
              <a:t>真人匹配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53212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7A9A"/>
                </a:solidFill>
                <a:latin typeface="Microsoft YaHei"/>
              </a:rPr>
              <a:t>一键匹配陌生创作者，不同视角的碰撞往往诞生最精彩的对白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4937760"/>
            <a:ext cx="530352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51206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E185D"/>
                </a:solidFill>
                <a:latin typeface="Microsoft YaHei"/>
              </a:rPr>
              <a:t>火花沉淀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553212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7A9A"/>
                </a:solidFill>
                <a:latin typeface="Microsoft YaHei"/>
              </a:rPr>
              <a:t>即兴对白自动生成故事资产，你的每一次灵感都不会浪费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94960" y="1371600"/>
            <a:ext cx="1371600" cy="13716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1E3A5F"/>
                </a:solidFill>
                <a:latin typeface="Microsoft YaHei"/>
              </a:defRPr>
            </a:pPr>
            <a:r>
              <a:t>群像·星火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3A3B8"/>
                </a:solidFill>
                <a:latin typeface="Microsoft YaHei"/>
              </a:defRPr>
            </a:pPr>
            <a:r>
              <a:t>QUNXIANG · XINGHUO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3B82F6"/>
                </a:solidFill>
                <a:latin typeface="Microsoft YaHei"/>
              </a:defRPr>
            </a:pPr>
            <a:r>
              <a:t>http://81.70.59.228/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3A5F"/>
                </a:solidFill>
                <a:latin typeface="Microsoft YaHei"/>
              </a:defRPr>
            </a:pPr>
            <a:r>
              <a:t>谢谢观看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3A3B8"/>
                </a:solidFill>
                <a:latin typeface="Microsoft YaHei"/>
              </a:defRPr>
            </a:pPr>
            <a:r>
              <a:t>让真实发光，让思想变现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