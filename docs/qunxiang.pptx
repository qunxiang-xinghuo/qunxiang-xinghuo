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0"/>
            <a:ext cx="1828800" cy="1828800"/>
          </a:xfrm>
          <a:prstGeom prst="round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066FF"/>
                </a:solidFill>
                <a:latin typeface="Microsoft YaHei"/>
              </a:rPr>
              <a:t>群像·星火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A1A1A"/>
                </a:solidFill>
                <a:latin typeface="Microsoft YaHei"/>
              </a:rPr>
              <a:t>让真实发光，让思想变现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3840480"/>
            <a:ext cx="1554480" cy="18288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88"/>
                </a:solidFill>
                <a:latin typeface="Microsoft YaHei"/>
              </a:rPr>
              <a:t>一个关于创作、连接与被看见的故事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5669280"/>
            <a:ext cx="2743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5715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66FF"/>
                </a:solidFill>
                <a:latin typeface="Microsoft YaHei"/>
              </a:rPr>
              <a:t>知乎黑客松 2026 参赛项目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66FF"/>
                </a:solidFill>
                <a:latin typeface="Microsoft YaHei"/>
              </a:rPr>
              <a:t>希望有一天…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4630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88"/>
                </a:solidFill>
                <a:latin typeface="Microsoft YaHei"/>
              </a:rPr>
              <a:t>这是我们做这件事的全部理由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人人都是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创作者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6974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我们能成为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974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故事的参与者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我们能在故事里相遇，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争论小小细节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886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在玩故事中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86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收获快乐和朋友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坑了的小说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被我们填平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Microsoft YaHei"/>
              </a:rPr>
              <a:t>我们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Microsoft YaHei"/>
              </a:rPr>
              <a:t>都能被看见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66FF"/>
                </a:solidFill>
                <a:latin typeface="Microsoft YaHei"/>
              </a:rPr>
              <a:t>三个模式，一个信念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011680"/>
            <a:ext cx="29260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40" y="2286000"/>
            <a:ext cx="914400" cy="914400"/>
          </a:xfrm>
          <a:prstGeom prst="ellipse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4231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Microsoft YaHei"/>
              </a:rPr>
              <a:t>人机模式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Microsoft YaHei"/>
              </a:rPr>
              <a:t>和刘看山聊聊你的脑洞</a:t>
            </a:r>
            <a:br/>
            <a:r>
              <a:t>一个永远在线的倾听者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011680"/>
            <a:ext cx="29260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35040" y="2286000"/>
            <a:ext cx="914400" cy="914400"/>
          </a:xfrm>
          <a:prstGeom prst="ellipse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4231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Microsoft YaHei"/>
              </a:rPr>
              <a:t>双人模式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Microsoft YaHei"/>
              </a:rPr>
              <a:t>和陌生人碰撞出真实火花</a:t>
            </a:r>
            <a:br/>
            <a:r>
              <a:t>两个真人 + 一个AI催化剂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11680"/>
            <a:ext cx="292608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2286000"/>
            <a:ext cx="914400" cy="914400"/>
          </a:xfrm>
          <a:prstGeom prst="ellipse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4231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Microsoft YaHei"/>
              </a:rPr>
              <a:t>故事模式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Microsoft YaHei"/>
              </a:rPr>
              <a:t>选一个角色，揭开历史谜题</a:t>
            </a:r>
            <a:br/>
            <a:r>
              <a:t>四幕推进，真相由你揭晓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Microsoft YaHei"/>
              </a:rPr>
              <a:t>AI不是作者，是催化剂。你才是故事的主角。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66FF"/>
                </a:solidFill>
                <a:latin typeface="Microsoft YaHei"/>
              </a:rPr>
              <a:t>一个Agent，11种角色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2801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Microsoft YaHei"/>
              </a:rPr>
              <a:t>刘看山 —— 最懂你的AI副导演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2024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Companion · 陪伴者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92024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1965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DM · 主持人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2024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Story Fallback · 故事替补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192024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1965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AI副导演 · 剧情把控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74320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Catalyst · 催化剂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74320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Healer · 疗愈师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Reviewer · 审稿人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74320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Summarizer · 总结者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356616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Knowledge Feeder · 知识投喂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56616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Mediator · 调解员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566160"/>
            <a:ext cx="25603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66FF"/>
                </a:solidFill>
                <a:latin typeface="Microsoft YaHei"/>
              </a:rPr>
              <a:t>Creative · 创作助手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Microsoft YaHei"/>
              </a:rPr>
              <a:t>连接 DeepSeek 和知乎直答，越用越聪明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66FF"/>
                </a:solidFill>
                <a:latin typeface="Microsoft YaHei"/>
              </a:rPr>
              <a:t>人人都是创作者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219456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icrosoft YaHei"/>
              </a:rPr>
              <a:t>玩故事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</a:rPr>
              <a:t>进入一个场景</a:t>
            </a:r>
            <a:br/>
            <a:r>
              <a:t>扮演一个角色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66FF"/>
                </a:solidFill>
                <a:latin typeface="Microsoft YaHei"/>
              </a:rP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4297679" y="219456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❤️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icrosoft YaHei"/>
              </a:rPr>
              <a:t>爱故事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</a:rPr>
              <a:t>标记精彩火花</a:t>
            </a:r>
            <a:br/>
            <a:r>
              <a:t>收藏心动瞬间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66FF"/>
                </a:solidFill>
                <a:latin typeface="Microsoft YaHei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0" y="219456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icrosoft YaHei"/>
              </a:rPr>
              <a:t>写短故事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</a:rPr>
              <a:t>串联火花</a:t>
            </a:r>
            <a:br/>
            <a:r>
              <a:t>生成剧本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66FF"/>
                </a:solidFill>
                <a:latin typeface="Microsoft YaHei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9966960" y="219456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A1A1A"/>
                </a:solidFill>
                <a:latin typeface="Microsoft YaHei"/>
              </a:rPr>
              <a:t>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Microsoft YaHei"/>
              </a:rPr>
              <a:t>共创长故事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/>
              </a:rPr>
              <a:t>多人协作</a:t>
            </a:r>
            <a:br/>
            <a:r>
              <a:t>连载长篇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Microsoft YaHei"/>
              </a:rPr>
              <a:t>低门槛创作，高价值产出。每一个想法都值得被看见。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66FF"/>
                </a:solidFill>
                <a:latin typeface="Microsoft YaHei"/>
              </a:rPr>
              <a:t>碰撞真实火花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Microsoft YaHei"/>
              </a:rPr>
              <a:t>两个真人 + 一个AI催化剂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286000"/>
            <a:ext cx="4572000" cy="1188720"/>
          </a:xfrm>
          <a:prstGeom prst="roundRect">
            <a:avLst/>
          </a:prstGeom>
          <a:solidFill>
            <a:srgbClr val="F6F8FA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3774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66FF"/>
                </a:solidFill>
                <a:latin typeface="Microsoft YaHei"/>
              </a:rPr>
              <a:t>医生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6517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icrosoft YaHei"/>
              </a:rPr>
              <a:t>先推肾上腺素，准备除颤仪！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4572000" cy="1188720"/>
          </a:xfrm>
          <a:prstGeom prst="roundRect">
            <a:avLst/>
          </a:prstGeom>
          <a:solidFill>
            <a:srgbClr val="F0F5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7490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66FF"/>
                </a:solidFill>
                <a:latin typeface="Microsoft YaHei"/>
              </a:rPr>
              <a:t>家属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23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icrosoft YaHei"/>
              </a:rPr>
              <a:t>他是不是没有希望了？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029200"/>
            <a:ext cx="4572000" cy="1188720"/>
          </a:xfrm>
          <a:prstGeom prst="roundRect">
            <a:avLst/>
          </a:prstGeom>
          <a:solidFill>
            <a:srgbClr val="F6F8FA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51206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66FF"/>
                </a:solidFill>
                <a:latin typeface="Microsoft YaHei"/>
              </a:rPr>
              <a:t>刘看山 · 催化剂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394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icrosoft YaHei"/>
              </a:rPr>
              <a:t>家属此刻最害怕的是什么？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Microsoft YaHei"/>
              </a:rPr>
              <a:t>这不是AI编的故事，这是真实的人说出来的话。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群像·星火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DDDDD"/>
                </a:solidFill>
                <a:latin typeface="Microsoft YaHei"/>
              </a:rPr>
              <a:t>让真实发光，让思想变现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3657600"/>
            <a:ext cx="3383280" cy="457200"/>
          </a:xfrm>
          <a:prstGeom prst="roundRect">
            <a:avLst/>
          </a:prstGeom>
          <a:solidFill>
            <a:srgbClr val="0055DD"/>
          </a:solidFill>
          <a:ln>
            <a:solidFill>
              <a:srgbClr val="337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3703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Microsoft YaHei"/>
              </a:rPr>
              <a:t>http://81.70.59.228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Microsoft YaHei"/>
              </a:rPr>
              <a:t>希望在故事里，遇见你。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