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645920"/>
            <a:ext cx="13716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E3A5F"/>
                </a:solidFill>
                <a:latin typeface="Microsoft YaHei"/>
              </a:defRPr>
            </a:pPr>
            <a:r>
              <a:t>群像·星火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A3B8"/>
                </a:solidFill>
                <a:latin typeface="Microsoft YaHei"/>
              </a:defRPr>
            </a:pPr>
            <a:r>
              <a:t>QUNXIANG · XINGHUO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Microsoft YaHei"/>
              </a:defRPr>
            </a:pPr>
            <a:r>
              <a:t>让真实发光，让思想变现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7A9A"/>
                </a:solidFill>
                <a:latin typeface="Microsoft YaHei"/>
              </a:defRPr>
            </a:pPr>
            <a:r>
              <a:t>下一代互动叙事创作平台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3A5F"/>
                </a:solidFill>
                <a:latin typeface="Microsoft YaHei"/>
              </a:defRPr>
            </a:pPr>
            <a:r>
              <a:t>创作者痛点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7A9A"/>
                </a:solidFill>
                <a:latin typeface="Microsoft YaHei"/>
              </a:defRPr>
            </a:pPr>
            <a:r>
              <a:t>90% 的创作者有精彩的想法，但只有 10% 能把它变成完整的故事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Microsoft YaHei"/>
              </a:defRPr>
            </a:pPr>
            <a:r>
              <a:t>专业门槛太高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A"/>
                </a:solidFill>
                <a:latin typeface="Microsoft YaHei"/>
              </a:defRPr>
            </a:pPr>
            <a:r>
              <a:t>编剧、导演、世界观设定……需要掌握大量专业技能，普通人望而却步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Microsoft YaHei"/>
              </a:defRPr>
            </a:pPr>
            <a:r>
              <a:t>创作是孤独的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A"/>
                </a:solidFill>
                <a:latin typeface="Microsoft YaHei"/>
              </a:defRPr>
            </a:pPr>
            <a:r>
              <a:t>一个人想剧情容易陷入瓶颈，缺乏即时的反馈和碰撞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Microsoft YaHei"/>
              </a:defRPr>
            </a:pPr>
            <a:r>
              <a:t>从想法到作品路径太长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A"/>
                </a:solidFill>
                <a:latin typeface="Microsoft YaHei"/>
              </a:defRPr>
            </a:pPr>
            <a:r>
              <a:t>有了灵感还要学习工具、搭建流程，创意在过程中被消耗殆尽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Microsoft YaHei"/>
              </a:defRPr>
            </a:pPr>
            <a:r>
              <a:t>故事模式：玩出来的创作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A"/>
                </a:solidFill>
                <a:latin typeface="Microsoft YaHei"/>
              </a:defRPr>
            </a:pPr>
            <a:r>
              <a:t>不需要先学会创作，边玩边写，故事自然生长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双人解密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匹配陌生搭档，各自扮演不同角色，信息不对称中自然产生戏剧张力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角色扮演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每个角色拥有专属开场信息和秘密任务，代入感拉满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AI 动态催化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刘看山在关键节点抛出追问和环境事件，推动剧情向下一幕发展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四幕结构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起承转合的经典叙事框架，AI 根据当前幕次调整催化策略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火花标记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玩家标记精彩对白，沉淀为可复用的故事资产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一键成稿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对白结束后自动生成剧本格式故事，降低创作门槛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E3A5F"/>
                </a:solidFill>
                <a:latin typeface="Microsoft YaHei"/>
              </a:defRPr>
            </a:pPr>
            <a:r>
              <a:t>从玩故事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B82F6"/>
                </a:solidFill>
                <a:latin typeface="Microsoft YaHei"/>
              </a:defRPr>
            </a:pPr>
            <a:r>
              <a:t>到写故事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A7A9A"/>
                </a:solidFill>
                <a:latin typeface="Microsoft YaHei"/>
              </a:defRPr>
            </a:pPr>
            <a:r>
              <a:t>人人都是创作者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4572000"/>
            <a:ext cx="731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降低门槛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不需要专业背景，有想法就能开始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731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协作共创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943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多人实时碰撞，让1+1&gt;2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572000"/>
            <a:ext cx="731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持续进化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943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AI学习每次交互，越用越懂你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Microsoft YaHei"/>
              </a:defRPr>
            </a:pPr>
            <a:r>
              <a:t>刘看山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A"/>
                </a:solidFill>
                <a:latin typeface="Microsoft YaHei"/>
              </a:defRPr>
            </a:pPr>
            <a:r>
              <a:t>不是聊天机器人，是会推动剧情的智能催化剂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463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深度推理</a:t>
            </a:r>
            <a:br/>
            <a:r>
              <a:t>角色扮演引擎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463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知乎直答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知识增强</a:t>
            </a:r>
            <a:br/>
            <a:r>
              <a:t>场景真实性校验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56032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动态催化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根据幕次和进度</a:t>
            </a:r>
            <a:br/>
            <a:r>
              <a:t>选择最佳追问时机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56032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刘看山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2860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北极狐人格</a:t>
            </a:r>
            <a:br/>
            <a:r>
              <a:t>温暖狡黠的DM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37559" y="2286000"/>
            <a:ext cx="36576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172200" y="2286000"/>
            <a:ext cx="36576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006840" y="2286000"/>
            <a:ext cx="36576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双API冗余架构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DeepSeek + 知乎直答同时调用，选择最佳回复，单点故障自动降级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四幕推进算法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776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根据消息数智能判断当前幕次，自动调整催化策略和追问方向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实时学习系统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记录每次AI交互效果，自动优化最佳催化时机和提问模板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人格一致性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49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A"/>
                </a:solidFill>
                <a:latin typeface="Microsoft YaHei"/>
              </a:defRPr>
            </a:pPr>
            <a:r>
              <a:t>刘看山有完整角色设定：北极狐、75cm、爱吃鳕鱼、偶尔问为什么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5F"/>
                </a:solidFill>
                <a:latin typeface="Microsoft YaHei"/>
              </a:defRPr>
            </a:pPr>
            <a:r>
              <a:t>群像·星火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A3B8"/>
                </a:solidFill>
                <a:latin typeface="Microsoft YaHei"/>
              </a:defRPr>
            </a:pPr>
            <a:r>
              <a:t>QUNXIANG · XINGHUO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Microsoft YaHei"/>
              </a:defRPr>
            </a:pPr>
            <a:r>
              <a:t>www.xinghuo.app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A3B8"/>
                </a:solidFill>
                <a:latin typeface="Microsoft YaHei"/>
              </a:defRPr>
            </a:pPr>
            <a:r>
              <a:t>让真实发光，让思想变现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