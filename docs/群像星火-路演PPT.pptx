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4500"/>
                </a:solidFill>
                <a:latin typeface="Microsoft YaHei"/>
              </a:defRPr>
            </a:pPr>
            <a:r>
              <a:t>群像·星火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  <a:latin typeface="Microsoft YaHei"/>
              </a:defRPr>
            </a:pPr>
            <a:r>
              <a:t>基于真实职业经验的多人协同创作平台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846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D700"/>
                </a:solidFill>
                <a:latin typeface="Microsoft YaHei"/>
              </a:defRPr>
            </a:pPr>
            <a:r>
              <a:t>让真实的人，在真实的情境中，碰撞出真实的火花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5669280"/>
            <a:ext cx="3657600" cy="4572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FF4500"/>
                </a:solidFill>
                <a:latin typeface="Microsoft YaHei"/>
              </a:rPr>
              <a:t>开场：一个创作者的真实困境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• 创作者写剧本时，经常卡在专业细节的真实性上</a:t>
            </a: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  ——急诊抢救流程、律师质证技巧、外卖员跑单逻辑</a:t>
            </a:r>
          </a:p>
          <a:p>
            <a:pPr algn="l">
              <a:spcAft>
                <a:spcPts val="1400"/>
              </a:spcAft>
            </a:pP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• 单人创作视角永远单一</a:t>
            </a: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  ——编剧采访了医生，但没采访护士、患者家属、保洁阿姨</a:t>
            </a:r>
          </a:p>
          <a:p>
            <a:pPr algn="l">
              <a:spcAft>
                <a:spcPts val="1400"/>
              </a:spcAft>
            </a:pP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• 同一情境在不同职业眼中，是完全不同的故事</a:t>
            </a:r>
          </a:p>
          <a:p>
            <a:pPr algn="l">
              <a:spcAft>
                <a:spcPts val="1400"/>
              </a:spcAft>
            </a:pP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• 有真实职业经验的普通人，有故事但缺乏表达渠道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FF4500"/>
                </a:solidFill>
                <a:latin typeface="Microsoft YaHei"/>
              </a:rPr>
              <a:t>群像·星火是什么？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基于真实职业经验的多人协同创作平台</a:t>
            </a:r>
          </a:p>
          <a:p>
            <a:pPr algn="l">
              <a:spcAft>
                <a:spcPts val="1400"/>
              </a:spcAft>
            </a:pP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核心理念：</a:t>
            </a: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让不同职业背景的普通人，被同时扔进同一个冲突情境</a:t>
            </a: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用各自的职业本能碰撞出火花</a:t>
            </a: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共同完成一部一个人永远写不出的故事</a:t>
            </a:r>
          </a:p>
          <a:p>
            <a:pPr algn="l">
              <a:spcAft>
                <a:spcPts val="1400"/>
              </a:spcAft>
            </a:pP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不是 AI 替代人类创作</a:t>
            </a: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而是让真实的人、真实的经验、真实的碰撞成为创作原材料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FF4500"/>
                </a:solidFill>
                <a:latin typeface="Microsoft YaHei"/>
              </a:rPr>
              <a:t>模式一：单人灵感积累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选择身份 → 浏览脑洞卡片（左滑跳过 / 右滑收藏）</a:t>
            </a:r>
          </a:p>
          <a:p>
            <a:pPr algn="l">
              <a:spcAft>
                <a:spcPts val="1400"/>
              </a:spcAft>
            </a:pP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AI 催化引擎根据内容和身份生成引导问题：</a:t>
            </a: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  「作为医生，你首先会关注哪些生命体征？」</a:t>
            </a:r>
          </a:p>
          <a:p>
            <a:pPr algn="l">
              <a:spcAft>
                <a:spcPts val="1400"/>
              </a:spcAft>
            </a:pP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语音或文字给出反应，自动存入个人素材库</a:t>
            </a:r>
          </a:p>
          <a:p>
            <a:pPr algn="l">
              <a:spcAft>
                <a:spcPts val="1400"/>
              </a:spcAft>
            </a:pP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适用场景：日常灵感积累、碎片化创作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FF4500"/>
                </a:solidFill>
                <a:latin typeface="Microsoft YaHei"/>
              </a:rPr>
              <a:t>模式二：双人即兴碰撞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两个选择不同身份的用户，右滑收藏同一脑洞 → 进入匹配池</a:t>
            </a:r>
          </a:p>
          <a:p>
            <a:pPr algn="l">
              <a:spcAft>
                <a:spcPts val="1400"/>
              </a:spcAft>
            </a:pP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60 秒匹配 → 实时对白室</a:t>
            </a: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  一边是「急诊科医生」，一边是「患者家属」</a:t>
            </a:r>
          </a:p>
          <a:p>
            <a:pPr algn="l">
              <a:spcAft>
                <a:spcPts val="1400"/>
              </a:spcAft>
            </a:pP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即时对话，随时标记「火花」（精彩对白片段）</a:t>
            </a:r>
          </a:p>
          <a:p>
            <a:pPr algn="l">
              <a:spcAft>
                <a:spcPts val="1400"/>
              </a:spcAft>
            </a:pP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对话结束后：火花墙回顾 + AI 串联成完整剧本对白</a:t>
            </a:r>
          </a:p>
          <a:p>
            <a:pPr algn="l">
              <a:spcAft>
                <a:spcPts val="1400"/>
              </a:spcAft>
            </a:pP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适用场景：即兴碰撞、快速产出对白片段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FF4500"/>
                </a:solidFill>
                <a:latin typeface="Microsoft YaHei"/>
              </a:rPr>
              <a:t>模式三：多人剧本共创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导演创建副本 → 参与者认领角色</a:t>
            </a:r>
          </a:p>
          <a:p>
            <a:pPr algn="l">
              <a:spcAft>
                <a:spcPts val="1400"/>
              </a:spcAft>
            </a:pP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导演控场推进剧情：</a:t>
            </a: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  • 暂停让大家思考</a:t>
            </a: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  • 发起投票决定剧情走向</a:t>
            </a: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  • 喊「杀青」结束创作</a:t>
            </a:r>
          </a:p>
          <a:p>
            <a:pPr algn="l">
              <a:spcAft>
                <a:spcPts val="1400"/>
              </a:spcAft>
            </a:pP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投票选中的精彩选项自动归档到灵感库</a:t>
            </a: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AI 最终串联成一部群像故事</a:t>
            </a:r>
          </a:p>
          <a:p>
            <a:pPr algn="l">
              <a:spcAft>
                <a:spcPts val="1400"/>
              </a:spcAft>
            </a:pP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适用场景：完整剧本创作、团队协作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FF4500"/>
                </a:solidFill>
                <a:latin typeface="Microsoft YaHei"/>
              </a:rPr>
              <a:t>技术架构：为什么我们能做出来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实时协作：Socket.io 自定义 server.ts</a:t>
            </a: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  Next.js + WebSocket 毫秒级同步</a:t>
            </a:r>
          </a:p>
          <a:p>
            <a:pPr algn="l">
              <a:spcAft>
                <a:spcPts val="1400"/>
              </a:spcAft>
            </a:pP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AI 双引擎：</a:t>
            </a: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  • 催化引擎：DeepSeek API 生成引导问题</a:t>
            </a: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  • 串联引擎：将「火花」串联成完整故事</a:t>
            </a:r>
          </a:p>
          <a:p>
            <a:pPr algn="l">
              <a:spcAft>
                <a:spcPts val="1400"/>
              </a:spcAft>
            </a:pP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三级降级策略：</a:t>
            </a: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  DeepSeek API → 本地题库 → 通用提示</a:t>
            </a: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  确保 Demo 在任何网络环境下可用</a:t>
            </a:r>
          </a:p>
          <a:p>
            <a:pPr algn="l">
              <a:spcAft>
                <a:spcPts val="1400"/>
              </a:spcAft>
            </a:pP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TDD 测试覆盖：216 个测试全部通过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FF4500"/>
                </a:solidFill>
                <a:latin typeface="Microsoft YaHei"/>
              </a:rPr>
              <a:t>商业模式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第一层：C 端免费增值</a:t>
            </a: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  基础玩法免费，高级功能付费</a:t>
            </a: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  AI 长格式输出 / 导演高级控场工具包</a:t>
            </a:r>
          </a:p>
          <a:p>
            <a:pPr algn="l">
              <a:spcAft>
                <a:spcPts val="1400"/>
              </a:spcAft>
            </a:pP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第二层：B 端内容采购</a:t>
            </a: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  微短剧公司、互动小说平台直接采购优质对白</a:t>
            </a: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  按字数或按片段付费</a:t>
            </a:r>
          </a:p>
          <a:p>
            <a:pPr algn="l">
              <a:spcAft>
                <a:spcPts val="1400"/>
              </a:spcAft>
            </a:pP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第三层：IP 共创分润</a:t>
            </a: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  优质群像故事共同孵化 IP</a:t>
            </a: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  改编为剧本、短剧、有声书，按贡献度分润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FF4500"/>
                </a:solidFill>
                <a:latin typeface="Microsoft YaHei"/>
              </a:rPr>
              <a:t>里程碑与成果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Phase 1：匹配引擎</a:t>
            </a: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  内存匹配池 + 优先级算法 + 60秒超时检测</a:t>
            </a:r>
          </a:p>
          <a:p>
            <a:pPr algn="l">
              <a:spcAft>
                <a:spcPts val="1400"/>
              </a:spcAft>
            </a:pP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Phase 2：房间管理 API</a:t>
            </a: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  消息 / 火花 / 暂停 / 恢复 / 结束</a:t>
            </a:r>
          </a:p>
          <a:p>
            <a:pPr algn="l">
              <a:spcAft>
                <a:spcPts val="1400"/>
              </a:spcAft>
            </a:pP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Phase 3：实时通信 + AI 故事串联</a:t>
            </a: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  WebSocket + DeepSeek API 接入</a:t>
            </a:r>
          </a:p>
          <a:p>
            <a:pPr algn="l">
              <a:spcAft>
                <a:spcPts val="1400"/>
              </a:spcAft>
            </a:pP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Phase 4：TDD 全覆盖 + AI 催化</a:t>
            </a: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  216 个测试全部通过，23 个测试文件</a:t>
            </a: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  AI 催化提示生成器完成</a:t>
            </a:r>
          </a:p>
          <a:p>
            <a:pPr algn="l">
              <a:spcAft>
                <a:spcPts val="1400"/>
              </a:spcAft>
            </a:pP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  <a:latin typeface="Microsoft YaHei"/>
              </a:rPr>
              <a:t>下一步：知乎 API 接入（5/9-12）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4500"/>
                </a:solidFill>
                <a:latin typeface="Microsoft YaHei"/>
              </a:defRPr>
            </a:pPr>
            <a:r>
              <a:t>最好的故事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  <a:latin typeface="Microsoft YaHei"/>
              </a:defRPr>
            </a:pPr>
            <a:r>
              <a:t>不是一个人关在房间里写出来的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D700"/>
                </a:solidFill>
                <a:latin typeface="Microsoft YaHei"/>
              </a:defRPr>
            </a:pPr>
            <a:r>
              <a:t>而是让真实的人在真实的情境中碰撞出来的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4500"/>
                </a:solidFill>
                <a:latin typeface="Microsoft YaHei"/>
              </a:defRPr>
            </a:pPr>
            <a:r>
              <a:t>谢谢大家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