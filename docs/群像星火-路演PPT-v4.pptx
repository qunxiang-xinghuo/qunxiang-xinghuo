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D1F3C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Microsoft YaHei"/>
              </a:defRPr>
            </a:pPr>
            <a:r>
              <a:t>知乎黑客松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D8BFF"/>
                </a:solidFill>
                <a:latin typeface="Microsoft YaHei"/>
              </a:defRPr>
            </a:pPr>
            <a:r>
              <a:t>QUNXIANG XINGHUO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群像·星火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381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08080"/>
                </a:solidFill>
                <a:latin typeface="Microsoft YaHei"/>
              </a:defRPr>
            </a:pPr>
            <a:r>
              <a:t>让真实发光，让思想变现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976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0C0"/>
                </a:solidFill>
                <a:latin typeface="Microsoft YaHei"/>
              </a:defRPr>
            </a:pPr>
            <a:r>
              <a:t>一个关于创作、连接与被看见的故事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TDD v4.0  |  216 Tests Passed  |  Next.js 16 + DeepSeek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217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github.com/qunxiang-xinghuo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FF"/>
                </a:solidFill>
                <a:latin typeface="Microsoft YaHe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Microsoft YaHei"/>
              </a:defRPr>
            </a:pPr>
            <a:r>
              <a:t>创作者的真实困境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三个痛点，每一个都在扼杀创作的可能性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Microsoft YaHei"/>
              </a:defRPr>
            </a:pPr>
            <a:r>
              <a:t>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专业细节失真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医生角色开口就是"先推肾上腺素"，护士只会点头——缺乏真实职业经验的支撑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  <a:latin typeface="Microsoft YaHei"/>
              </a:defRPr>
            </a:pPr>
            <a:r>
              <a:t>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% 创作者卡在专业细节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774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Microsoft YaHei"/>
              </a:defRPr>
            </a:pPr>
            <a:r>
              <a:t>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视角永远单一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编剧采访了医生，却没采访护士、家属、保洁——同一场抢救，完全是不同的故事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212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个视角 vs 真实世界的 N 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3774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2E"/>
                </a:solidFill>
                <a:latin typeface="Microsoft YaHei"/>
              </a:defRPr>
            </a:pPr>
            <a: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创作门槛太高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普通人有好故事却不知道怎么写，专业工具复杂，协作成本高昂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  <a:latin typeface="Microsoft YaHei"/>
              </a:defRPr>
            </a:pPr>
            <a: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212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% 好故事从未被写出来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D1F3C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D8BFF"/>
                </a:solidFill>
                <a:latin typeface="Microsoft YaHe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让不同职业背景的普通人，被同时扔进同一个冲突情境，用各自的职业本能碰撞出火花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0896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defRPr sz="1500" b="0">
                <a:solidFill>
                  <a:srgbClr val="808080"/>
                </a:solidFill>
                <a:latin typeface="Microsoft YaHei"/>
              </a:defRPr>
            </a:pPr>
            <a:r>
              <a:t>群像·星火是一个基于真实职业经验的多人协同创作平台。</a:t>
            </a:r>
            <a:br/>
            <a:r>
              <a:t>不是 AI 替代人类创作，而是让真实的人、真实的经验、真实的碰撞成为创作的原材料。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FF"/>
                </a:solidFill>
                <a:latin typeface="Microsoft YaHei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Microsoft YaHei"/>
              </a:defRPr>
            </a:pPr>
            <a:r>
              <a:t>三个模式，一个信念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覆盖从日常灵感积累到完整剧本创作的全流程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474720" cy="381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Microsoft YaHei"/>
              </a:defRPr>
            </a:pPr>
            <a:r>
              <a:t>MODE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A1A2E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人机模式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和刘看山聊聊你的脑洞</a:t>
            </a:r>
            <a:br/>
            <a:r>
              <a:t>AI 催化引擎生成引导问题</a:t>
            </a:r>
            <a:br/>
            <a:r>
              <a:t>一个永远在线的倾听者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2860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286000"/>
            <a:ext cx="3474720" cy="381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Microsoft YaHei"/>
              </a:defRPr>
            </a:pPr>
            <a:r>
              <a:t>MODE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A1A2E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双人模式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两个真人 + 一个 AI 催化剂</a:t>
            </a:r>
            <a:br/>
            <a:r>
              <a:t>围绕同一个情境即时对话</a:t>
            </a:r>
            <a:br/>
            <a:r>
              <a:t>60 秒匹配，碰撞真实火花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860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2286000"/>
            <a:ext cx="3474720" cy="381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Microsoft YaHei"/>
              </a:defRPr>
            </a:pPr>
            <a:r>
              <a:t>MODE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A1A2E"/>
                </a:solidFill>
                <a:latin typeface="Microsoft YaHei"/>
              </a:defRPr>
            </a:pPr>
            <a:r>
              <a:t>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故事模式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选角色，揭开历史谜题</a:t>
            </a:r>
            <a:br/>
            <a:r>
              <a:t>导演控场，四幕推进</a:t>
            </a:r>
            <a:br/>
            <a:r>
              <a:t>真相由你揭晓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D1F3C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D8BFF"/>
                </a:solidFill>
                <a:latin typeface="Microsoft YaHe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碰撞真实火花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08080"/>
                </a:solidFill>
                <a:latin typeface="Microsoft YaHei"/>
              </a:defRPr>
            </a:pPr>
            <a:r>
              <a:t>两个真人 + 一个 AI 催化剂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103120"/>
            <a:ext cx="5212080" cy="3474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49040" y="228600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77640" y="2286000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06240" y="2286000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C0C0"/>
                </a:solidFill>
                <a:latin typeface="Microsoft YaHei"/>
              </a:defRPr>
            </a:pPr>
            <a:r>
              <a:t>深夜急诊室 · 双人对话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2651760"/>
            <a:ext cx="4114800" cy="640080"/>
          </a:xfrm>
          <a:prstGeom prst="round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72491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8BFF"/>
                </a:solidFill>
                <a:latin typeface="Microsoft YaHei"/>
              </a:defRPr>
            </a:pPr>
            <a:r>
              <a:t>医生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880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1EB"/>
                </a:solidFill>
                <a:latin typeface="Microsoft YaHei"/>
              </a:defRPr>
            </a:pPr>
            <a:r>
              <a:t>先推肾上腺素，准备除颤仪！患者室颤了！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83280"/>
            <a:ext cx="4114800" cy="548640"/>
          </a:xfrm>
          <a:prstGeom prst="roundRect">
            <a:avLst/>
          </a:prstGeom>
          <a:solidFill>
            <a:srgbClr val="0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45643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8BFF"/>
                </a:solidFill>
                <a:latin typeface="Microsoft YaHei"/>
              </a:defRPr>
            </a:pPr>
            <a:r>
              <a:t>家属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611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6F5"/>
                </a:solidFill>
                <a:latin typeface="Microsoft YaHei"/>
              </a:defRPr>
            </a:pPr>
            <a:r>
              <a:t>他是不是……没有希望了？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023360"/>
            <a:ext cx="3017520" cy="640080"/>
          </a:xfrm>
          <a:prstGeom prst="round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40965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4AA"/>
                </a:solidFill>
                <a:latin typeface="Microsoft YaHei"/>
              </a:defRPr>
            </a:pPr>
            <a:r>
              <a:t>刘看山 · 催化剂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家属此刻最害怕的是什么？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0C0"/>
                </a:solidFill>
                <a:latin typeface="Microsoft YaHei"/>
              </a:defRPr>
            </a:pPr>
            <a:r>
              <a:t>这不是 AI 编的故事，这是真实的人说出来的话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FF"/>
                </a:solidFill>
                <a:latin typeface="Microsoft YaHei"/>
              </a:defRPr>
            </a:pPr>
            <a:r>
              <a:t>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Microsoft YaHei"/>
              </a:defRPr>
            </a:pPr>
            <a:r>
              <a:t>一个 Agent，11 种角色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刘看山 —— 最懂你的 AI 副导演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84832"/>
            <a:ext cx="164592" cy="164592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陪伴者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2084832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DM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主持人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208483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Story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故事替补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0" y="2084832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AI 副导演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剧情把控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90779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8346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Catalyst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催化剂</a:t>
            </a:r>
          </a:p>
        </p:txBody>
      </p:sp>
      <p:sp>
        <p:nvSpPr>
          <p:cNvPr id="20" name="Oval 19"/>
          <p:cNvSpPr/>
          <p:nvPr/>
        </p:nvSpPr>
        <p:spPr>
          <a:xfrm>
            <a:off x="3657600" y="2907792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28346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Healer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疗愈师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2907792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28346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Reviewer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审稿人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0" y="2907792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2912" y="28346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Summarizer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总结者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3730752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3657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知识投喂</a:t>
            </a:r>
          </a:p>
        </p:txBody>
      </p:sp>
      <p:sp>
        <p:nvSpPr>
          <p:cNvPr id="32" name="Oval 31"/>
          <p:cNvSpPr/>
          <p:nvPr/>
        </p:nvSpPr>
        <p:spPr>
          <a:xfrm>
            <a:off x="3657600" y="3730752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13632" y="3657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Mediator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调解员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3730752"/>
            <a:ext cx="164592" cy="164592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3657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Creative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创作助手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D1F3C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D8BFF"/>
                </a:solidFill>
                <a:latin typeface="Microsoft YaHe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四层架构，全栈自研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0C0"/>
                </a:solidFill>
                <a:latin typeface="Microsoft YaHei"/>
              </a:defRPr>
            </a:pPr>
            <a:r>
              <a:t>从数据库到 AI 双引擎，每一层都经过 216 个测试验证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943600" cy="6858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8B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762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Microsoft YaHei"/>
              </a:defRPr>
            </a:pPr>
            <a:r>
              <a:t>Next.js 16 + React 19 + Tailwind v4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5943600" cy="6858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8B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0449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Microsoft YaHei"/>
              </a:defRPr>
            </a:pPr>
            <a:r>
              <a:t>22 个路由 + NextAuth + Zod 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943600" cy="6858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19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8B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861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业务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91363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Microsoft YaHei"/>
              </a:defRPr>
            </a:pPr>
            <a:r>
              <a:t>Socket.io + 匹配引擎 + 房间管理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5943600" cy="6858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8B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7823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Microsoft YaHei"/>
              </a:defRPr>
            </a:pPr>
            <a:r>
              <a:t>Prisma 7 + SQLite + 三级降级策略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011680"/>
            <a:ext cx="2011680" cy="146304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D8BFF"/>
                </a:solidFill>
                <a:latin typeface="Microsoft YaHei"/>
              </a:defRPr>
            </a:pPr>
            <a:r>
              <a:t>216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TESTS PASSED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011680"/>
            <a:ext cx="2011680" cy="146304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TEST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840480"/>
            <a:ext cx="2011680" cy="146304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API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3840480"/>
            <a:ext cx="2011680" cy="146304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FAILED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FF"/>
                </a:solidFill>
                <a:latin typeface="Microsoft YaHe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Microsoft YaHei"/>
              </a:defRPr>
            </a:pPr>
            <a:r>
              <a:t>三层变现模型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5544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从免费增值到 IP 共创，每一步都有清晰的商业化路径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20240" y="2011680"/>
            <a:ext cx="1097280" cy="32004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029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 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免费增值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基础玩法免费，高级功能付费</a:t>
            </a:r>
            <a:br/>
            <a:r>
              <a:t>AI 长格式输出 · 导演高级控场包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28600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0" y="2011680"/>
            <a:ext cx="1097280" cy="32004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029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B 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Microsoft YaHei"/>
              </a:defRPr>
            </a:pPr>
            <a:r>
              <a:t>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内容采购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29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微短剧 / 互动小说平台</a:t>
            </a:r>
            <a:br/>
            <a:r>
              <a:t>按字数或片段采购优质对白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8600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0" y="2011680"/>
            <a:ext cx="10972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0299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Microsoft YaHei"/>
              </a:defRPr>
            </a:pPr>
            <a:r>
              <a:t>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共创分润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429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优质群像故事共同孵化 IP</a:t>
            </a:r>
            <a:br/>
            <a:r>
              <a:t>剧本 / 短剧 / 有声书 · 按贡献分润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D1F3C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D8BFF"/>
                </a:solidFill>
                <a:latin typeface="Microsoft YaHei"/>
              </a:defRPr>
            </a:pPr>
            <a:r>
              <a:t>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四周，从零到完整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0C0"/>
                </a:solidFill>
                <a:latin typeface="Microsoft YaHei"/>
              </a:defRPr>
            </a:pPr>
            <a:r>
              <a:t>严格的 TDD 开发流程，每一阶段都有完整的测试覆盖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377440"/>
            <a:ext cx="8869680" cy="254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240280"/>
            <a:ext cx="274320" cy="274320"/>
          </a:xfrm>
          <a:prstGeom prst="ellipse">
            <a:avLst/>
          </a:prstGeom>
          <a:solidFill>
            <a:srgbClr val="0A1628"/>
          </a:solidFill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8BFF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匹配引擎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C0C0"/>
                </a:solidFill>
                <a:latin typeface="Microsoft YaHei"/>
              </a:defRPr>
            </a:pPr>
            <a:r>
              <a:t>9 tests</a:t>
            </a:r>
          </a:p>
        </p:txBody>
      </p:sp>
      <p:sp>
        <p:nvSpPr>
          <p:cNvPr id="10" name="Oval 9"/>
          <p:cNvSpPr/>
          <p:nvPr/>
        </p:nvSpPr>
        <p:spPr>
          <a:xfrm>
            <a:off x="4206240" y="2240280"/>
            <a:ext cx="274320" cy="274320"/>
          </a:xfrm>
          <a:prstGeom prst="ellipse">
            <a:avLst/>
          </a:prstGeom>
          <a:solidFill>
            <a:srgbClr val="0A1628"/>
          </a:solidFill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651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8BFF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房间管理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004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C0C0"/>
                </a:solidFill>
                <a:latin typeface="Microsoft YaHei"/>
              </a:defRPr>
            </a:pPr>
            <a:r>
              <a:t>16 tests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2240280"/>
            <a:ext cx="274320" cy="274320"/>
          </a:xfrm>
          <a:prstGeom prst="ellipse">
            <a:avLst/>
          </a:prstGeom>
          <a:solidFill>
            <a:srgbClr val="0A1628"/>
          </a:solidFill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651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8BFF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WebSocket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2004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C0C0"/>
                </a:solidFill>
                <a:latin typeface="Microsoft YaHei"/>
              </a:defRPr>
            </a:pPr>
            <a:r>
              <a:t>21 tests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79" y="2240280"/>
            <a:ext cx="274320" cy="274320"/>
          </a:xfrm>
          <a:prstGeom prst="ellipse">
            <a:avLst/>
          </a:prstGeom>
          <a:solidFill>
            <a:srgbClr val="0A1628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59" y="2651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8BFF"/>
                </a:solidFill>
                <a:latin typeface="Microsoft YaHei"/>
              </a:defRPr>
            </a:pPr>
            <a: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59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TDD 全覆盖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59" y="32004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C0C0"/>
                </a:solidFill>
                <a:latin typeface="Microsoft YaHei"/>
              </a:defRPr>
            </a:pPr>
            <a:r>
              <a:t>216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D8BFF"/>
                </a:solidFill>
                <a:latin typeface="Microsoft YaHei"/>
              </a:defRPr>
            </a:pPr>
            <a:r>
              <a:t>216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C0C0"/>
                </a:solidFill>
                <a:latin typeface="Microsoft YaHei"/>
              </a:defRPr>
            </a:pPr>
            <a:r>
              <a:t>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4AA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C0C0"/>
                </a:solidFill>
                <a:latin typeface="Microsoft YaHei"/>
              </a:defRPr>
            </a:pPr>
            <a:r>
              <a:t>APIs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C0C0"/>
                </a:solidFill>
                <a:latin typeface="Microsoft YaHei"/>
              </a:defRPr>
            </a:pPr>
            <a:r>
              <a:t>Personas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0C0C0"/>
                </a:solidFill>
                <a:latin typeface="Microsoft YaHei"/>
              </a:defRPr>
            </a:pPr>
            <a:r>
              <a:t>Modes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0D1F3C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群像·星火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08080"/>
                </a:solidFill>
                <a:latin typeface="Microsoft YaHei"/>
              </a:defRPr>
            </a:pPr>
            <a:r>
              <a:t>让真实发光，让思想变现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3383280"/>
            <a:ext cx="3383280" cy="4572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08080"/>
                </a:solidFill>
                <a:latin typeface="Microsoft YaHei"/>
              </a:defRPr>
            </a:pPr>
            <a:r>
              <a:t>http://81.70.59.228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C0C0"/>
                </a:solidFill>
                <a:latin typeface="Microsoft YaHei"/>
              </a:defRPr>
            </a:pPr>
            <a:r>
              <a:t>希望在故事里，遇见你。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0C0C0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